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3A682-9B39-408E-8D70-1A84868AD119}" v="34" dt="2024-11-20T14:27:17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40AD-E47B-8214-65B0-2F9930F9E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138F8-B927-7232-5D30-6E43775AD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58AAA-6A98-689D-65CC-3A4891BB0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96A76-314E-57AE-75BD-A674568D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4C9D0-AF1D-45B8-B32B-0A31B285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0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3897-0A42-7F36-30D7-92E20E99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DC9F4-AF82-DFE5-3EDB-4DBAC74F8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30747-A007-5D6F-5A97-860C32B1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83729-1CDD-C9B7-13EC-490FA6A1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AF5F4-343A-8446-4952-5E417B64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3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815F-848F-52A3-C65E-7B3682C3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1D9D6-7301-D8BF-6886-0BF1ED958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1D5FA-7EA9-1335-DD51-727DACA2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DB94A-6F9C-5E29-2F07-EA0F58CE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F7FD-B434-1116-F142-E544F548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5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0AD1-B50D-C7AA-6FE9-0C9414F6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859C9-675F-1510-38B7-C8DBFEE4E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7A612-719C-8137-BA8F-EF01509E9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98170-16E3-86AD-B9E4-22867B8F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7D4FA-2F57-9680-7793-9661BF2C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FCC99-2B36-68DD-7BB6-B5919ECF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0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0C72-B5E5-56D0-EDE1-AC4AAB306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DD400-96DA-7AA0-DC0E-879A8D6D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AB1CA-D523-F3E8-4266-2DE75045B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1481EE-2215-3955-E8DA-DFEBB8D68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4C7F4-AD02-8205-5556-627A21088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1737A-4470-F7DF-90A3-46E5C13D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82C83-579F-4229-7A16-59FA7C8F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7A485-F32B-A288-3EB7-16779224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9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AC59-FC3B-52E5-989E-7D5CCB60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FE1F0-89FE-0F04-D6B1-88CAAA77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09799-BCC3-2EAA-3397-0A3E1715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590E6-FC87-6929-EAD7-0DBD420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9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991C3-B479-4EE7-C8AF-36D80DBF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3F8FAB-03A1-6890-5993-3B7707F0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7FE24-1503-4EC3-3495-88A15875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1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8E5E-B279-49E0-5861-A514EBA9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F170-C21D-36A9-1D9F-DFE7B0899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F8B95-F59C-7E6B-33EB-48325F3F5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45ACB-B250-44AC-53DB-CD95405D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13C18-F7BC-DB17-5A2A-FFD8BCF3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80626-3471-F957-4613-0BB9CBE7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5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D1E7-DF5E-038E-3B05-745001C77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E1DDA-88D6-0A36-8D6E-C0D3DACDC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DB807-678B-311F-F237-DF4DCB8D4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B9BCB-BBED-5FB4-C1FB-70143611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37983-3F2C-CF99-CDA6-3F04251A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A2BCA-FB12-DA5F-9898-A98D8AFE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7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E894-8EED-4AE4-7B60-5B797C11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CC4F7-0E7C-C8D8-9488-5F781B98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AB60-930C-845D-DD9B-F1DACF24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7591E-C093-3555-A36F-D1AAA5071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EF6BF-0992-F866-CF8E-BDAB803C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AB53E-AED3-A606-5AE4-1989E0645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4DF1F-0F2F-15DD-8538-85927CA6D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47A1-5874-2576-FF50-8E5135F6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4FB8-F5CF-09AE-39A3-E81D76D2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5DA47-3839-25E7-06E4-85429CBC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9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432FC0-58CA-2D30-216A-8E573A3A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36690-4E6F-9532-2B8E-8DF18407F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C246-EF0C-B63A-13C2-DB1A153D5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59654-4571-441B-AE39-CC96FEF3892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824A-28E7-E556-0491-680EAE7F9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31A1-41AF-9FB2-6D45-0BB5A9307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3C5B2-90AC-4D76-87F1-443E2FF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\\AA\ORD\RTP\Data\Lab\ORDLIM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67CF98-80B8-D588-AF77-96007302C400}"/>
              </a:ext>
            </a:extLst>
          </p:cNvPr>
          <p:cNvGrpSpPr/>
          <p:nvPr/>
        </p:nvGrpSpPr>
        <p:grpSpPr>
          <a:xfrm>
            <a:off x="1137141" y="2374609"/>
            <a:ext cx="199292" cy="1120169"/>
            <a:chOff x="1039608" y="2308831"/>
            <a:chExt cx="199292" cy="112016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5EDCA32-B958-F9CF-28E9-F3A6EA1FA595}"/>
                </a:ext>
              </a:extLst>
            </p:cNvPr>
            <p:cNvSpPr/>
            <p:nvPr/>
          </p:nvSpPr>
          <p:spPr>
            <a:xfrm>
              <a:off x="1039608" y="2308831"/>
              <a:ext cx="199292" cy="19929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32FD043-A9A0-01A8-7A99-B1005677A2C3}"/>
                </a:ext>
              </a:extLst>
            </p:cNvPr>
            <p:cNvSpPr/>
            <p:nvPr/>
          </p:nvSpPr>
          <p:spPr>
            <a:xfrm>
              <a:off x="1039608" y="2779156"/>
              <a:ext cx="199292" cy="19929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33F6006-0727-6FBD-96EA-B03B053C0973}"/>
                </a:ext>
              </a:extLst>
            </p:cNvPr>
            <p:cNvSpPr/>
            <p:nvPr/>
          </p:nvSpPr>
          <p:spPr>
            <a:xfrm>
              <a:off x="1039608" y="3229708"/>
              <a:ext cx="199292" cy="19929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2577826-6CEE-29D1-2819-A7C51953795C}"/>
              </a:ext>
            </a:extLst>
          </p:cNvPr>
          <p:cNvSpPr/>
          <p:nvPr/>
        </p:nvSpPr>
        <p:spPr>
          <a:xfrm>
            <a:off x="605774" y="1484966"/>
            <a:ext cx="1420909" cy="2465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Instrument 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6C85F-CAC7-D007-E5E8-16CAEA90D2CA}"/>
              </a:ext>
            </a:extLst>
          </p:cNvPr>
          <p:cNvSpPr/>
          <p:nvPr/>
        </p:nvSpPr>
        <p:spPr>
          <a:xfrm>
            <a:off x="613123" y="2008995"/>
            <a:ext cx="1420909" cy="237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Instrument 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4B19A-C84D-DE74-6C1F-60CEAB3E4822}"/>
              </a:ext>
            </a:extLst>
          </p:cNvPr>
          <p:cNvSpPr/>
          <p:nvPr/>
        </p:nvSpPr>
        <p:spPr>
          <a:xfrm>
            <a:off x="614028" y="3571537"/>
            <a:ext cx="1420908" cy="253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Instrument N</a:t>
            </a:r>
            <a:endParaRPr lang="en-US" dirty="0"/>
          </a:p>
        </p:txBody>
      </p:sp>
      <p:sp>
        <p:nvSpPr>
          <p:cNvPr id="12" name="AutoShape 8" descr="Open folder outline">
            <a:extLst>
              <a:ext uri="{FF2B5EF4-FFF2-40B4-BE49-F238E27FC236}">
                <a16:creationId xmlns:a16="http://schemas.microsoft.com/office/drawing/2014/main" id="{FC335BD1-4A78-CCB4-1155-0261D4E4ED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0" descr="Open folder outline">
            <a:extLst>
              <a:ext uri="{FF2B5EF4-FFF2-40B4-BE49-F238E27FC236}">
                <a16:creationId xmlns:a16="http://schemas.microsoft.com/office/drawing/2014/main" id="{F449F8BB-017D-6E70-9B80-8CF3DA1F6E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EC3015-2B10-6878-C73E-C49DAE7B50F4}"/>
              </a:ext>
            </a:extLst>
          </p:cNvPr>
          <p:cNvSpPr txBox="1"/>
          <p:nvPr/>
        </p:nvSpPr>
        <p:spPr>
          <a:xfrm>
            <a:off x="4419599" y="495386"/>
            <a:ext cx="247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n-NO" sz="1200" dirty="0"/>
              <a:t>LabLAN Network Folder</a:t>
            </a:r>
          </a:p>
          <a:p>
            <a:pPr algn="ctr"/>
            <a:r>
              <a:rPr lang="nn-NO" sz="1200" dirty="0"/>
              <a:t>\\AA\ORD\RTP\Data\Lab\ORDLIMS</a:t>
            </a:r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A988F5-064C-CBFC-42FF-B2285D2205B1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026683" y="1123805"/>
            <a:ext cx="3202110" cy="48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8EFD65-D67D-738A-A05F-C9C261E0F32F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034032" y="1399864"/>
            <a:ext cx="3284861" cy="72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43506F-5549-7A7E-774D-27B1191182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034936" y="1730242"/>
            <a:ext cx="3299667" cy="196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Network diagram with solid fill">
            <a:extLst>
              <a:ext uri="{FF2B5EF4-FFF2-40B4-BE49-F238E27FC236}">
                <a16:creationId xmlns:a16="http://schemas.microsoft.com/office/drawing/2014/main" id="{C5E39D9C-F14D-AE69-8AE4-C380F723C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93" y="5399523"/>
            <a:ext cx="914400" cy="9144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5A6D04D-1F92-BD3E-4D8C-5DE74C395BEF}"/>
              </a:ext>
            </a:extLst>
          </p:cNvPr>
          <p:cNvGrpSpPr/>
          <p:nvPr/>
        </p:nvGrpSpPr>
        <p:grpSpPr>
          <a:xfrm>
            <a:off x="9209746" y="2179018"/>
            <a:ext cx="2110640" cy="1381985"/>
            <a:chOff x="8888992" y="1798648"/>
            <a:chExt cx="2110640" cy="1381985"/>
          </a:xfrm>
        </p:grpSpPr>
        <p:pic>
          <p:nvPicPr>
            <p:cNvPr id="18" name="Graphic 17" descr="Server outline">
              <a:extLst>
                <a:ext uri="{FF2B5EF4-FFF2-40B4-BE49-F238E27FC236}">
                  <a16:creationId xmlns:a16="http://schemas.microsoft.com/office/drawing/2014/main" id="{5C20FA3F-056D-5023-6CC2-45194AC16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36232" y="2266233"/>
              <a:ext cx="914400" cy="9144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459B6C7-D547-85FA-DBEA-27455F173894}"/>
                </a:ext>
              </a:extLst>
            </p:cNvPr>
            <p:cNvSpPr txBox="1"/>
            <p:nvPr/>
          </p:nvSpPr>
          <p:spPr>
            <a:xfrm>
              <a:off x="8888992" y="1798648"/>
              <a:ext cx="2110640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LIMS Server</a:t>
              </a:r>
            </a:p>
            <a:p>
              <a:pPr algn="ctr"/>
              <a:r>
                <a:rPr lang="en-US" sz="1100" dirty="0"/>
                <a:t>H26267OHTH502.aa.ad.epa.gov</a:t>
              </a:r>
            </a:p>
            <a:p>
              <a:endParaRPr lang="en-US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4021BBA-921B-D7F3-A081-2028B02F37A2}"/>
              </a:ext>
            </a:extLst>
          </p:cNvPr>
          <p:cNvSpPr txBox="1"/>
          <p:nvPr/>
        </p:nvSpPr>
        <p:spPr>
          <a:xfrm rot="21078564">
            <a:off x="2354404" y="1180287"/>
            <a:ext cx="8998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 files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A7C5BE-E160-0650-AB1F-3DCDF292BC5E}"/>
              </a:ext>
            </a:extLst>
          </p:cNvPr>
          <p:cNvSpPr txBox="1"/>
          <p:nvPr/>
        </p:nvSpPr>
        <p:spPr>
          <a:xfrm rot="20802915">
            <a:off x="2339388" y="1631371"/>
            <a:ext cx="1223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 files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9103A-E862-70EA-DFA1-1B07396E8943}"/>
              </a:ext>
            </a:extLst>
          </p:cNvPr>
          <p:cNvSpPr txBox="1"/>
          <p:nvPr/>
        </p:nvSpPr>
        <p:spPr>
          <a:xfrm rot="19747406">
            <a:off x="2283487" y="2913422"/>
            <a:ext cx="1223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Data files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85BBEF1-AFBA-F1E2-A21F-35089ECA921D}"/>
              </a:ext>
            </a:extLst>
          </p:cNvPr>
          <p:cNvCxnSpPr/>
          <p:nvPr/>
        </p:nvCxnSpPr>
        <p:spPr>
          <a:xfrm>
            <a:off x="6272091" y="1305437"/>
            <a:ext cx="3508586" cy="159476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FF0B692-44E7-4EF1-CC42-CFC301F9D8E4}"/>
              </a:ext>
            </a:extLst>
          </p:cNvPr>
          <p:cNvCxnSpPr>
            <a:cxnSpLocks/>
          </p:cNvCxnSpPr>
          <p:nvPr/>
        </p:nvCxnSpPr>
        <p:spPr>
          <a:xfrm flipH="1" flipV="1">
            <a:off x="6170382" y="1717896"/>
            <a:ext cx="3523693" cy="162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E09BEB3-1874-1ADE-405A-5A70F0A068FA}"/>
              </a:ext>
            </a:extLst>
          </p:cNvPr>
          <p:cNvSpPr txBox="1"/>
          <p:nvPr/>
        </p:nvSpPr>
        <p:spPr>
          <a:xfrm rot="1434747">
            <a:off x="7315199" y="1786080"/>
            <a:ext cx="1359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Pull data files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8AE39F-32E5-5960-13D5-505E83CA2B34}"/>
              </a:ext>
            </a:extLst>
          </p:cNvPr>
          <p:cNvSpPr txBox="1"/>
          <p:nvPr/>
        </p:nvSpPr>
        <p:spPr>
          <a:xfrm rot="1503297">
            <a:off x="7065999" y="2348947"/>
            <a:ext cx="1824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Push universal template files</a:t>
            </a:r>
          </a:p>
        </p:txBody>
      </p:sp>
      <p:pic>
        <p:nvPicPr>
          <p:cNvPr id="49" name="Graphic 48" descr="Server outline">
            <a:extLst>
              <a:ext uri="{FF2B5EF4-FFF2-40B4-BE49-F238E27FC236}">
                <a16:creationId xmlns:a16="http://schemas.microsoft.com/office/drawing/2014/main" id="{29198E39-6C16-5AD1-75DF-11B30D01C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8832" y="3601603"/>
            <a:ext cx="914400" cy="9144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0C41F47-7DC2-2586-61D4-FD14B5667A0B}"/>
              </a:ext>
            </a:extLst>
          </p:cNvPr>
          <p:cNvSpPr txBox="1"/>
          <p:nvPr/>
        </p:nvSpPr>
        <p:spPr>
          <a:xfrm>
            <a:off x="4747544" y="3278438"/>
            <a:ext cx="211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GoAnywhere</a:t>
            </a:r>
            <a:r>
              <a:rPr lang="en-US" dirty="0"/>
              <a:t> Server</a:t>
            </a:r>
            <a:endParaRPr lang="en-US" sz="1100" dirty="0"/>
          </a:p>
          <a:p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06B2735-DFBE-8CA1-A065-2122D543FF32}"/>
              </a:ext>
            </a:extLst>
          </p:cNvPr>
          <p:cNvCxnSpPr/>
          <p:nvPr/>
        </p:nvCxnSpPr>
        <p:spPr>
          <a:xfrm>
            <a:off x="5776093" y="1785622"/>
            <a:ext cx="0" cy="156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32162A4-11D7-B75E-78A5-7DF2C83CF8C3}"/>
              </a:ext>
            </a:extLst>
          </p:cNvPr>
          <p:cNvSpPr txBox="1"/>
          <p:nvPr/>
        </p:nvSpPr>
        <p:spPr>
          <a:xfrm>
            <a:off x="4922252" y="2803889"/>
            <a:ext cx="1824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Pull universal template files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5CDF3E5-BA8F-F46E-AC90-6A69597E7E5A}"/>
              </a:ext>
            </a:extLst>
          </p:cNvPr>
          <p:cNvSpPr/>
          <p:nvPr/>
        </p:nvSpPr>
        <p:spPr>
          <a:xfrm>
            <a:off x="351692" y="293077"/>
            <a:ext cx="11234534" cy="42229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91EA77-1D37-B4CD-F608-B709FF7E1811}"/>
              </a:ext>
            </a:extLst>
          </p:cNvPr>
          <p:cNvSpPr txBox="1"/>
          <p:nvPr/>
        </p:nvSpPr>
        <p:spPr>
          <a:xfrm>
            <a:off x="299039" y="307229"/>
            <a:ext cx="187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LabLAN</a:t>
            </a:r>
            <a:r>
              <a:rPr lang="en-US" dirty="0"/>
              <a:t> Network</a:t>
            </a:r>
          </a:p>
        </p:txBody>
      </p:sp>
      <p:pic>
        <p:nvPicPr>
          <p:cNvPr id="61" name="Graphic 60" descr="Network diagram with solid fill">
            <a:extLst>
              <a:ext uri="{FF2B5EF4-FFF2-40B4-BE49-F238E27FC236}">
                <a16:creationId xmlns:a16="http://schemas.microsoft.com/office/drawing/2014/main" id="{19EE2922-F481-7EC5-AB74-26E248CC4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93" y="1095064"/>
            <a:ext cx="914400" cy="9144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A77B91C7-FFBB-8C81-2B60-85A5743F1AE4}"/>
              </a:ext>
            </a:extLst>
          </p:cNvPr>
          <p:cNvSpPr/>
          <p:nvPr/>
        </p:nvSpPr>
        <p:spPr>
          <a:xfrm>
            <a:off x="351692" y="4970585"/>
            <a:ext cx="11148646" cy="15943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E46DBB-C09F-5213-C1FB-368D9D1DE83E}"/>
              </a:ext>
            </a:extLst>
          </p:cNvPr>
          <p:cNvSpPr txBox="1"/>
          <p:nvPr/>
        </p:nvSpPr>
        <p:spPr>
          <a:xfrm>
            <a:off x="398684" y="5022994"/>
            <a:ext cx="2144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Production Network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A01728EB-115A-49B8-BACD-200D9C18C741}"/>
              </a:ext>
            </a:extLst>
          </p:cNvPr>
          <p:cNvCxnSpPr>
            <a:cxnSpLocks/>
          </p:cNvCxnSpPr>
          <p:nvPr/>
        </p:nvCxnSpPr>
        <p:spPr>
          <a:xfrm>
            <a:off x="5757602" y="4384431"/>
            <a:ext cx="0" cy="99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26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B45A49-9105-EB75-340C-5D9EC223FF0A}"/>
              </a:ext>
            </a:extLst>
          </p:cNvPr>
          <p:cNvSpPr/>
          <p:nvPr/>
        </p:nvSpPr>
        <p:spPr>
          <a:xfrm>
            <a:off x="1041183" y="1119697"/>
            <a:ext cx="2438401" cy="1320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Folder Monitor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Source:</a:t>
            </a:r>
            <a:r>
              <a:rPr lang="nn-NO" sz="1000" dirty="0">
                <a:solidFill>
                  <a:srgbClr val="0563C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\\AA\ORD\RTP\Data\Lab\ORDLIMS</a:t>
            </a:r>
            <a:endParaRPr lang="nn-NO" sz="1000" dirty="0">
              <a:solidFill>
                <a:schemeClr val="tx1"/>
              </a:solidFill>
            </a:endParaRPr>
          </a:p>
          <a:p>
            <a:pPr algn="ctr"/>
            <a:r>
              <a:rPr lang="nn-NO" sz="1000" dirty="0">
                <a:solidFill>
                  <a:schemeClr val="tx1"/>
                </a:solidFill>
              </a:rPr>
              <a:t>Recursive</a:t>
            </a:r>
          </a:p>
          <a:p>
            <a:pPr algn="ctr"/>
            <a:r>
              <a:rPr lang="nn-NO" sz="1000" dirty="0">
                <a:solidFill>
                  <a:schemeClr val="tx1"/>
                </a:solidFill>
              </a:rPr>
              <a:t>Schedule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E1793A-818C-6E57-BDE2-7076242014A3}"/>
              </a:ext>
            </a:extLst>
          </p:cNvPr>
          <p:cNvSpPr/>
          <p:nvPr/>
        </p:nvSpPr>
        <p:spPr>
          <a:xfrm>
            <a:off x="6096000" y="3042354"/>
            <a:ext cx="2111022" cy="1320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Trigger</a:t>
            </a:r>
          </a:p>
          <a:p>
            <a:pPr algn="ctr"/>
            <a:r>
              <a:rPr lang="nn-NO" sz="1000" dirty="0">
                <a:solidFill>
                  <a:schemeClr val="tx1"/>
                </a:solidFill>
                <a:hlinkClick r:id="rId2" action="ppaction://hlinkfile"/>
              </a:rPr>
              <a:t>\\AA\ORD\RTP\Data\Lab\ORDLIMS</a:t>
            </a:r>
            <a:endParaRPr lang="nn-NO" sz="1000" dirty="0">
              <a:solidFill>
                <a:schemeClr val="tx1"/>
              </a:solidFill>
            </a:endParaRPr>
          </a:p>
          <a:p>
            <a:pPr algn="ctr"/>
            <a:r>
              <a:rPr lang="nn-NO" sz="1000" dirty="0">
                <a:solidFill>
                  <a:schemeClr val="tx1"/>
                </a:solidFill>
              </a:rPr>
              <a:t>Schedule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EFF3FF-4F59-581D-FBC8-85C50A3696B5}"/>
              </a:ext>
            </a:extLst>
          </p:cNvPr>
          <p:cNvGrpSpPr/>
          <p:nvPr/>
        </p:nvGrpSpPr>
        <p:grpSpPr>
          <a:xfrm>
            <a:off x="586154" y="140677"/>
            <a:ext cx="9571292" cy="5350197"/>
            <a:chOff x="2427111" y="2122311"/>
            <a:chExt cx="6886224" cy="26077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7FDA46-D4D5-63B8-56CC-34B4A95AC087}"/>
                </a:ext>
              </a:extLst>
            </p:cNvPr>
            <p:cNvSpPr/>
            <p:nvPr/>
          </p:nvSpPr>
          <p:spPr>
            <a:xfrm>
              <a:off x="2427111" y="2122311"/>
              <a:ext cx="6886224" cy="26077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5D9553-F406-708C-6373-4575C301E3D4}"/>
                </a:ext>
              </a:extLst>
            </p:cNvPr>
            <p:cNvSpPr txBox="1"/>
            <p:nvPr/>
          </p:nvSpPr>
          <p:spPr>
            <a:xfrm>
              <a:off x="2754489" y="2337179"/>
              <a:ext cx="151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GoAnywhere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470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88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Wolfe, Kurt</dc:creator>
  <cp:lastModifiedBy>Wolfe, Kurt</cp:lastModifiedBy>
  <cp:revision>27</cp:revision>
  <dcterms:created xsi:type="dcterms:W3CDTF">2024-11-19T22:22:42Z</dcterms:created>
  <dcterms:modified xsi:type="dcterms:W3CDTF">2024-11-20T16:34:07Z</dcterms:modified>
</cp:coreProperties>
</file>